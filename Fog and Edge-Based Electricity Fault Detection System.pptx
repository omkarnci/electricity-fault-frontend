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2C6A8-9AB5-75BC-0E25-F7A014936D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Fog and Edge-Based Electricity Fault Detection System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8AE58-5631-5E4A-1261-25F122AC06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Omkar </a:t>
            </a:r>
            <a:r>
              <a:rPr lang="en-IN" dirty="0" err="1">
                <a:solidFill>
                  <a:schemeClr val="tx1"/>
                </a:solidFill>
              </a:rPr>
              <a:t>Jakulwar</a:t>
            </a:r>
            <a:endParaRPr lang="en-IN" dirty="0">
              <a:solidFill>
                <a:schemeClr val="tx1"/>
              </a:solidFill>
            </a:endParaRPr>
          </a:p>
          <a:p>
            <a:pPr algn="r"/>
            <a:r>
              <a:rPr lang="en-IN" dirty="0">
                <a:solidFill>
                  <a:schemeClr val="tx1"/>
                </a:solidFill>
              </a:rPr>
              <a:t>24196428</a:t>
            </a:r>
          </a:p>
        </p:txBody>
      </p:sp>
    </p:spTree>
    <p:extLst>
      <p:ext uri="{BB962C8B-B14F-4D97-AF65-F5344CB8AC3E}">
        <p14:creationId xmlns:p14="http://schemas.microsoft.com/office/powerpoint/2010/main" val="2949897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FCEA5-6043-9576-D993-4478ECE94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A31C9-3881-58AC-2279-4C073575C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This project focuses on building a real-time monitoring system for electrical pole sensors using an IoT-based architecture.</a:t>
            </a:r>
          </a:p>
          <a:p>
            <a:r>
              <a:rPr lang="en-US" dirty="0"/>
              <a:t>It collects live sensor data such as voltage, current, temperature, and pole tilt to detect faults in power distribution networks.</a:t>
            </a:r>
          </a:p>
          <a:p>
            <a:r>
              <a:rPr lang="en-US" dirty="0"/>
              <a:t>The system is designed using an edge, fog, and cloud architecture to process data efficiently and reduce cloud load.</a:t>
            </a:r>
          </a:p>
          <a:p>
            <a:r>
              <a:rPr lang="en-US" dirty="0"/>
              <a:t>AWS services like IoT Core, Lambda, SQS, SNS, API Gateway, Amazon ECR, and DynamoDB are used for secure communication, processing, and storage.</a:t>
            </a:r>
          </a:p>
          <a:p>
            <a:r>
              <a:rPr lang="en-US" dirty="0"/>
              <a:t>A React-based dashboard is developed to visualize live status, alerts, and historical data in real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0567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9023-6357-72FC-7962-20CF66CEC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2992B-02B7-09EF-4047-FDD4BA057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Voltage (V) – Power supply detection</a:t>
            </a:r>
          </a:p>
          <a:p>
            <a:r>
              <a:rPr lang="en-IN" dirty="0"/>
              <a:t>Current (A) – Load &amp; overload monitoring</a:t>
            </a:r>
          </a:p>
          <a:p>
            <a:r>
              <a:rPr lang="en-IN" dirty="0"/>
              <a:t>Temperature (°C) – Equipment overheating</a:t>
            </a:r>
          </a:p>
          <a:p>
            <a:r>
              <a:rPr lang="en-IN" dirty="0"/>
              <a:t>Tilt (°) – Pole structural safety</a:t>
            </a:r>
          </a:p>
          <a:p>
            <a:r>
              <a:rPr lang="en-IN" dirty="0"/>
              <a:t>Line Fault Indicator – Network faults</a:t>
            </a:r>
          </a:p>
          <a:p>
            <a:r>
              <a:rPr lang="en-IN" dirty="0"/>
              <a:t>Power Status – System availability</a:t>
            </a:r>
          </a:p>
          <a:p>
            <a:r>
              <a:rPr lang="en-IN" dirty="0"/>
              <a:t>Smart Meter (kW) – Energy consumption</a:t>
            </a:r>
          </a:p>
        </p:txBody>
      </p:sp>
    </p:spTree>
    <p:extLst>
      <p:ext uri="{BB962C8B-B14F-4D97-AF65-F5344CB8AC3E}">
        <p14:creationId xmlns:p14="http://schemas.microsoft.com/office/powerpoint/2010/main" val="73406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F58498-02BE-6023-EF34-D2477C571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952107"/>
            <a:ext cx="8791575" cy="4305693"/>
          </a:xfrm>
        </p:spPr>
        <p:txBody>
          <a:bodyPr>
            <a:normAutofit/>
          </a:bodyPr>
          <a:lstStyle/>
          <a:p>
            <a:r>
              <a:rPr lang="en-IN" sz="4000" dirty="0"/>
              <a:t>High level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DA1360-0F6C-EBB1-5130-7B2250E4A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37" y="2505075"/>
            <a:ext cx="762952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239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4FCC4-D26B-9CAD-C2DF-16AC82D89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08624"/>
          </a:xfrm>
        </p:spPr>
        <p:txBody>
          <a:bodyPr/>
          <a:lstStyle/>
          <a:p>
            <a:r>
              <a:rPr lang="en-US" dirty="0"/>
              <a:t>Architecture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E8DAE9-DD79-C77F-B606-57A6F3239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1472" y="1715678"/>
            <a:ext cx="9483365" cy="4986780"/>
          </a:xfrm>
        </p:spPr>
      </p:pic>
    </p:spTree>
    <p:extLst>
      <p:ext uri="{BB962C8B-B14F-4D97-AF65-F5344CB8AC3E}">
        <p14:creationId xmlns:p14="http://schemas.microsoft.com/office/powerpoint/2010/main" val="3705409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A53E5-80AD-C141-F53B-DF307A27A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12926-5330-E4DD-9FCA-A4C82615B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43958"/>
            <a:ext cx="9905999" cy="500563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system should collect sensor data (voltage, current, tilt, temperature) from edge devices.</a:t>
            </a:r>
          </a:p>
          <a:p>
            <a:r>
              <a:rPr lang="en-US" dirty="0"/>
              <a:t>The system should publish and receive data using MQTT via a local </a:t>
            </a:r>
            <a:r>
              <a:rPr lang="en-US" dirty="0" err="1"/>
              <a:t>Mosquitto</a:t>
            </a:r>
            <a:r>
              <a:rPr lang="en-US" dirty="0"/>
              <a:t> broker.</a:t>
            </a:r>
          </a:p>
          <a:p>
            <a:r>
              <a:rPr lang="en-US" dirty="0"/>
              <a:t>The fog layer should process, filter, and transform raw sensor data into structured events.</a:t>
            </a:r>
          </a:p>
          <a:p>
            <a:r>
              <a:rPr lang="en-US" dirty="0"/>
              <a:t>The system should detect faults such as voltage drops, overload, overheating, and pole tilt issues.</a:t>
            </a:r>
          </a:p>
          <a:p>
            <a:r>
              <a:rPr lang="en-US" dirty="0"/>
              <a:t>The system should send processed events to the cloud using AWS IoT Core and Amazon SQS.</a:t>
            </a:r>
          </a:p>
          <a:p>
            <a:r>
              <a:rPr lang="en-US" dirty="0"/>
              <a:t>The cloud backend should store live and historical data in DynamoDB.</a:t>
            </a:r>
          </a:p>
          <a:p>
            <a:r>
              <a:rPr lang="en-US" dirty="0"/>
              <a:t>The system should provide REST API endpoints for accessing current status and historical data.</a:t>
            </a:r>
          </a:p>
          <a:p>
            <a:r>
              <a:rPr lang="en-US" dirty="0"/>
              <a:t>The frontend should display real-time updates and historical data through a dashboard.</a:t>
            </a:r>
          </a:p>
          <a:p>
            <a:r>
              <a:rPr lang="en-US" dirty="0"/>
              <a:t>The system should log events and errors for monitoring and debugging.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1651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C18FF-004D-A4C0-2034-65F3FFA66E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Live demo URL</a:t>
            </a:r>
            <a:br>
              <a:rPr lang="en-US" dirty="0"/>
            </a:br>
            <a:r>
              <a:rPr lang="en-US" sz="3000" dirty="0"/>
              <a:t>https://main.d24uw1llup1b1k.amplifyapp.com/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5234500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{56DC000A-2090-4BD5-9A53-94A38A579B1C}TF6d5feb1e-e145-43f1-b745-cb4b54c5ee975d365c52-ce22229b0e48</Template>
  <TotalTime>103</TotalTime>
  <Words>336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</vt:lpstr>
      <vt:lpstr>Fog and Edge-Based Electricity Fault Detection System</vt:lpstr>
      <vt:lpstr>Introduction</vt:lpstr>
      <vt:lpstr>Sensors used</vt:lpstr>
      <vt:lpstr>PowerPoint Presentation</vt:lpstr>
      <vt:lpstr>Architecture diagram</vt:lpstr>
      <vt:lpstr>Functional requirements </vt:lpstr>
      <vt:lpstr>Live demo URL https://main.d24uw1llup1b1k.amplifyapp.com/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omi jakkulwar</dc:creator>
  <cp:lastModifiedBy>omi jakkulwar</cp:lastModifiedBy>
  <cp:revision>1</cp:revision>
  <dcterms:created xsi:type="dcterms:W3CDTF">2026-04-17T20:23:47Z</dcterms:created>
  <dcterms:modified xsi:type="dcterms:W3CDTF">2026-04-17T22:06:59Z</dcterms:modified>
</cp:coreProperties>
</file>